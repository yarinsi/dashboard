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1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</a:rPr>
              <a:t>WIX MARKETING  ·  INTERNAL GTM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Mobile Funnel.</a:t>
            </a:r>
          </a:p>
          <a:p>
            <a:r>
              <a:rPr sz="5400" b="1">
                <a:solidFill>
                  <a:srgbClr val="116DFF"/>
                </a:solidFill>
              </a:rPr>
              <a:t>Site Generation</a:t>
            </a:r>
          </a:p>
          <a:p>
            <a:r>
              <a:rPr sz="5400" b="1">
                <a:solidFill>
                  <a:srgbClr val="FFFFFF"/>
                </a:solidFill>
              </a:rPr>
              <a:t>from Mobile.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1D5DB"/>
                </a:solidFill>
              </a:rPr>
              <a:t>Yarin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4754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1D5DB"/>
                </a:solidFill>
              </a:rPr>
              <a:t>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4754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1D5DB"/>
                </a:solidFill>
              </a:rPr>
              <a:t>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4754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1D5DB"/>
                </a:solidFill>
              </a:rPr>
              <a:t>Team +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16DFF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</a:rPr>
              <a:t>The Problem / Market Moment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64008" cy="960120"/>
          </a:xfrm>
          <a:prstGeom prst="rect">
            <a:avLst/>
          </a:prstGeom>
          <a:solidFill>
            <a:srgbClr val="11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1207" y="868680"/>
            <a:ext cx="11210544" cy="96012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Most people decide to build a website on their phone. We make them finish on a computer. That gap is where intent dies.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566160" cy="1554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148840"/>
            <a:ext cx="3236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6DFF"/>
                </a:solidFill>
              </a:rPr>
              <a:t>74%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97480"/>
            <a:ext cx="323697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of homepage visitors arrive on mobile.
Only 4% sign up. Desktop converts at 34%.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3088" y="2011680"/>
            <a:ext cx="3566160" cy="1554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148840"/>
            <a:ext cx="3236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6DFF"/>
                </a:solidFill>
              </a:rPr>
              <a:t>9x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97480"/>
            <a:ext cx="323697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conversion gap on Harmony (AI page).
Mobile: 2%. Desktop: 17.9%.
Mobile traffic: 66%, growing +31% M/M.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08975" y="2011680"/>
            <a:ext cx="3566160" cy="1554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7" y="2148840"/>
            <a:ext cx="3236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0B981"/>
                </a:solidFill>
              </a:rPr>
              <a:t>5.6%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7" y="2697480"/>
            <a:ext cx="3236976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Mobile premium rate vs. 4.2% desktop.
Mobile users who get through have
stronger intent. Not an audience problem.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54864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" y="3749039"/>
            <a:ext cx="11219688" cy="82296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840479"/>
            <a:ext cx="11000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A3412"/>
                </a:solidFill>
              </a:rPr>
              <a:t>The cost of inaction: we are growing mobile traffic aggressively. The conversion gap is not closing on its own. Every month we wait, we convert almost none of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16DFF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</a:rPr>
              <a:t>What We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54864" cy="685800"/>
          </a:xfrm>
          <a:prstGeom prst="rect">
            <a:avLst/>
          </a:prstGeom>
          <a:solidFill>
            <a:srgbClr val="11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868680"/>
            <a:ext cx="11219688" cy="685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960120"/>
            <a:ext cx="11000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40AF"/>
                </a:solidFill>
              </a:rPr>
              <a:t>For the first time, users can generate a complete Wix site directly from their phone. No desktop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577840" cy="210312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47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1408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74151"/>
                </a:solidFill>
              </a:rPr>
              <a:t>Mobile visitors hit a wall. Account creation on mobile, site creation on desktop. The moment of intent gets split across two sessions, two devices, and often two days. Most people never come 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3912" y="1737360"/>
            <a:ext cx="5577840" cy="210312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847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121408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74151"/>
                </a:solidFill>
              </a:rPr>
              <a:t>From "I want a site" to "I have a site" on the device where the decision was made. Enter a prompt. Wix AI generates the full site: structure, design, content. Ready to view, share, and publish.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SCOPE OF THIS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Mobile site generation: full flow, from prompt to published site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View, share, and publish from mobile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74151"/>
                </a:solidFill>
              </a:rPr>
              <a:t>•  Full editing remains on desktop (subsequent phase)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16DFF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</a:rPr>
              <a:t>Who It's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PRIMARY 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74151"/>
                </a:solidFill>
              </a:rPr>
              <a:t>Mobile-first small business owners and creators who get the impulse to build a site while they're out living their business. Between appointments. At a market. On a commute.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THEIR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8716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</a:rPr>
              <a:t>Goal: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871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a professional online presence, 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71216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</a:rPr>
              <a:t>Pain: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7121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every tool requires a device they don't have in hand right 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55264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A0A"/>
                </a:solidFill>
              </a:rPr>
              <a:t>Fix: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5526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the gap between "I need a site" and "I have a site" collapses to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307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OUT OF SCOPE (THIS LAUNCH)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7763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Full site editing from mobile. The creation flow is the unlock. Editing is a subsequent phase.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868680"/>
            <a:ext cx="54864" cy="2011680"/>
          </a:xfrm>
          <a:prstGeom prst="rect">
            <a:avLst/>
          </a:prstGeom>
          <a:solidFill>
            <a:srgbClr val="11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0216" y="868680"/>
            <a:ext cx="5431536" cy="2011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9601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40AF"/>
                </a:solidFill>
              </a:rPr>
              <a:t>These users already find us.
74% of homepage visits are mobile.
66% of Harmony visits are mobile and growing.
They have intent. We have been making them wait.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5352" y="3063240"/>
            <a:ext cx="54864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3200400"/>
            <a:ext cx="5157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6DFF"/>
                </a:solidFill>
              </a:rPr>
              <a:t>+31%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749039"/>
            <a:ext cx="51572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</a:rPr>
              <a:t>Mobile traffic growth M/M on Harmony.
The audience is arriving faster.
Conversion is not keeping 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16DFF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7455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  <a:gridCol w="3017520"/>
                <a:gridCol w="3410712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Competitor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Their Approach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Their Weakness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Our Edge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Squarespace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Mobile app for editing only. Creation still desktop-first.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No mobile creation flow. Same device-switch problem.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We close the creation gap. They don't.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Webflow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Desktop-native, developer-leaning. Mobile is an afterthought.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Not built for mobile-first SMBs at all.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Gap is industry-wide. We move first.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Shopify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Strong mobile app for store management. Creation still desktop-heavy.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Commerce-first. Not a site creation competitor directly.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Creation moment is ours to own.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Framer / Tilda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Design-forward, desktop-native.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Power users only. No mobile creation.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We serve the mass market they ignore.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160520"/>
            <a:ext cx="54864" cy="777240"/>
          </a:xfrm>
          <a:prstGeom prst="rect">
            <a:avLst/>
          </a:prstGeom>
          <a:solidFill>
            <a:srgbClr val="11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4160520"/>
            <a:ext cx="11219688" cy="7772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4251959"/>
            <a:ext cx="1100023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40AF"/>
                </a:solidFill>
              </a:rPr>
              <a:t>We are the first major website builder to close the impulse-to-site gap on mobile. No competitor has solved mobile creation. They have mobile management. That is a different product for a different moment.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16DFF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</a:rPr>
              <a:t>The GTM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54864" cy="548640"/>
          </a:xfrm>
          <a:prstGeom prst="rect">
            <a:avLst/>
          </a:prstGeom>
          <a:solidFill>
            <a:srgbClr val="11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" y="868680"/>
            <a:ext cx="11219688" cy="5486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960120"/>
            <a:ext cx="11000232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E40AF"/>
                </a:solidFill>
              </a:rPr>
              <a:t>Three motions in parallel. Acquisition-led, with re-engagement and brand layers running alongside.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72768"/>
          <a:ext cx="1127455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599432"/>
                <a:gridCol w="1920240"/>
                <a:gridCol w="2560320"/>
              </a:tblGrid>
              <a:tr h="73914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Channel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Role in Launch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Paid social
(Reels, TikTok, Shorts)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Primary acquisition. Show the 60-second creation experience. Demo-able in 15 seconds.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Launch day + 30d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Email + push
(lapsed, never-created)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Re-engagement. "The blocker is gone. Build your site now."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Launch + 48h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CRM / Lifecycle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Organic social +
creator seeding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Brand layer. Your website moment is now on your phone.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Pre-launch + ongoing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Brand /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App store optimization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Capture intent from users searching for mobile site builders.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Pre-launch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Growth / ASO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PR + product page 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Press, Harmony page update, homepage callout.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Launch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Comms + 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16DFF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</a:rPr>
              <a:t>Messaging &amp; Positioning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64008" cy="1005840"/>
          </a:xfrm>
          <a:prstGeom prst="rect">
            <a:avLst/>
          </a:prstGeom>
          <a:solidFill>
            <a:srgbClr val="11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1207" y="868680"/>
            <a:ext cx="5577840" cy="10058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896112"/>
            <a:ext cx="5303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6B7280"/>
                </a:solidFill>
              </a:rPr>
              <a:t>HEADLINE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15568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The moment you think of your business, you can have a website.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29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VALUE PROPS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6D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286000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0A0A"/>
                </a:solidFill>
              </a:rPr>
              <a:t>From idea to site in minutes, on your phone.  </a:t>
            </a:r>
            <a:r>
              <a:rPr sz="1300">
                <a:solidFill>
                  <a:srgbClr val="374151"/>
                </a:solidFill>
              </a:rPr>
              <a:t>No desktop. No waiting. No coming back later.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358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6D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35808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0A0A"/>
                </a:solidFill>
              </a:rPr>
              <a:t>AI builds it. You own it.  </a:t>
            </a:r>
            <a:r>
              <a:rPr sz="1300">
                <a:solidFill>
                  <a:srgbClr val="374151"/>
                </a:solidFill>
              </a:rPr>
              <a:t>Tell Wix what your business does. It generates the site. Yours to publish, share, and grow.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85615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6D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85615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A0A0A"/>
                </a:solidFill>
              </a:rPr>
              <a:t>Built for how you actually work.  </a:t>
            </a:r>
            <a:r>
              <a:rPr sz="1300">
                <a:solidFill>
                  <a:srgbClr val="374151"/>
                </a:solidFill>
              </a:rPr>
              <a:t>Most people run their business from their phone. Now their website starts there too.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868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MESSAGE BY AUDIENCE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355080" y="1115568"/>
          <a:ext cx="537667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547872"/>
              </a:tblGrid>
              <a:tr h="649224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Audience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Core message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Acquisition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You no longer have to wait until you're at a computer.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Re-engagement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The reason you didn't finish is gone. 60 seconds from here.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Internal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This is an acquisition play. We're unlocking a conversion gap that has existed since mobile became primary.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Leadership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Mobile is 43-74% of our traffic. We convert almost none of it. This changes that.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355080" y="44805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736592"/>
            <a:ext cx="5376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Direct. Confident. No hype.  Use: "right now", "your phone", "your site", "minutes", "done"  Never: "revolutionary", "game-changing", "seamless"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16DFF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</a:rPr>
              <a:t>Launch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TIMELINE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15568"/>
          <a:ext cx="71323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371600"/>
                <a:gridCol w="1554480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Pre-launch: creator seeding, ASO, creative production, segment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T-2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Brand, Growth, CRM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Launch day: product live, PR, page updates, organic post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Day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Comms, Web, Social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Re-engagement email + push to never-created segment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+48h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CRM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Paid social live, creative testing begins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+0-3 days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Performance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First data read: Harmony mobile Free/Anon, completion rate, reactivation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+30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99831" y="868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</a:rPr>
              <a:t>KEY MILESTONES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99831" y="1115568"/>
            <a:ext cx="39319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2" y="11612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☐  Mobile creation flow QA and quality bar confirmed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99831" y="1682495"/>
            <a:ext cx="39319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2" y="17282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☐  Paid social creative produced and tested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99831" y="2249424"/>
            <a:ext cx="39319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2" y="22951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☐  Lapsed user segment defined, email copy approved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99831" y="2816352"/>
            <a:ext cx="39319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2712" y="28620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☐  wix.com/harmony updated for mobile positioning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99831" y="3383280"/>
            <a:ext cx="39319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3429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☐  30-day data review scheduled (set now)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99831" y="4096512"/>
            <a:ext cx="54864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54696" y="4096512"/>
            <a:ext cx="3877056" cy="82296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64423" y="418795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A3412"/>
                </a:solidFill>
              </a:rPr>
              <a:t>Hard gate: paid acquisition does not launch until mobile-generated site quality is confirmed. A bad first impression on paid traffic is expensive to undo.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16DFF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</a:rPr>
              <a:t>Success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11274552" cy="1234440"/>
          </a:xfrm>
          <a:prstGeom prst="rect">
            <a:avLst/>
          </a:prstGeom>
          <a:solidFill>
            <a:srgbClr val="EFF6FF"/>
          </a:solidFill>
          <a:ln w="19050">
            <a:solidFill>
              <a:srgbClr val="11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6DFF"/>
                </a:solidFill>
              </a:rPr>
              <a:t>PRIMARY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0A0A"/>
                </a:solidFill>
              </a:rPr>
              <a:t>Mobile Free/Anon Rate — Harmony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Baseline: 2.0%   →   Target: 8-10%+ within 60 days   |   If Mobile Funnel works, it shows here first.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286000"/>
          <a:ext cx="112745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3044952"/>
                <a:gridCol w="274320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Timeframe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Mobile Free/Anon, Harmony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8-10%+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60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Mobile Free/Anon, Homepage 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4.0%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7-9%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60 days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Mobile Premiums M/M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+26% M/M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Sustain or accelerate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Ongoing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Lapsed user reactivation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TBD at launch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Establish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14 days post-email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Mobile site creation completion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0% (new metric)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Establish baseline, track weekly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Launch + 7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5376672"/>
            <a:ext cx="54864" cy="658368"/>
          </a:xfrm>
          <a:prstGeom prst="rect">
            <a:avLst/>
          </a:prstGeom>
          <a:solidFill>
            <a:srgbClr val="11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" y="5376672"/>
            <a:ext cx="11219688" cy="65836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5468112"/>
            <a:ext cx="110002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1E40AF"/>
                </a:solidFill>
              </a:rPr>
              <a:t>Mobile creation completion is a new funnel event. Needs to be instrumented before launch. Track via Growth Funnel KPIs dashboard, filtered by device + Harmony URL.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16DFF"/>
                </a:solidFill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A0A"/>
                </a:solidFill>
              </a:rPr>
              <a:t>Risks &amp;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85800"/>
            <a:ext cx="11274552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868680"/>
          <a:ext cx="1127455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280160"/>
                <a:gridCol w="1097280"/>
                <a:gridCol w="5696712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Likelihood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Mobile-generated site quality is below the 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Hard gate: do not launch paid until quality confirmed. Launch to organic first.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"Generate but not edit" frustrates users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Set expectation in flow: "Full editing on desktop." Frame as preview, not finished product.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Competitors ship mobile creation in 6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Ship fast, capture narrative first. Being first and known as first matters more.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Paid social creative underperforms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Test 3+ creative angles in first 2 weeks before scaling spend.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</a:rPr>
                        <a:t>Lapsed user unsubscribe rate spikes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74151"/>
                          </a:solidFill>
                        </a:rPr>
                        <a:t>Segment carefully (account created, no site built, last 12 months). One send.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709160"/>
            <a:ext cx="54864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4709160"/>
            <a:ext cx="11219688" cy="9144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4800600"/>
            <a:ext cx="110002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A3412"/>
                </a:solidFill>
              </a:rPr>
              <a:t>Biggest open question: do we have data on drop-off at the device-switch step? Quantify users who created an account on mobile and never started a site on desktop. If that number exists, it belongs on Slide 1. Pull it before the leadership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